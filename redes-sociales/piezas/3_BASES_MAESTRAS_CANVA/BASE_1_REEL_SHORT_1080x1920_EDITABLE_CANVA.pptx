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0100" y="2381250"/>
            <a:ext cx="8153399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609850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91250" y="2571750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2667000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38950" y="2647950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3314700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LOGÍSTICA E INDUSTRIA · ISO 9001:2015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752850"/>
            <a:ext cx="8153399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Open Sans"/>
              </a:defRPr>
            </a:pPr>
            <a:r>
              <a:t>Operación continua en centros logísticos y plantas industriales.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5029200"/>
            <a:ext cx="8153399" cy="819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>
                <a:solidFill>
                  <a:srgbClr val="374151"/>
                </a:solidFill>
                <a:latin typeface="Open Sans"/>
              </a:defRPr>
            </a:pPr>
            <a:r>
              <a:t>Autolavadoras hombre a bordo, barredoras industriales y supervisión técnica bajo norma ISO 9001:2015 (TÜV Rheinland) sin detener tu línea ni el despacho.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+800 m² Base Propia CABA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2825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Taller Propio In-House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5550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ISO 9001:2015 TÜV</a:t>
            </a:r>
          </a:p>
        </p:txBody>
      </p:sp>
      <p:pic>
        <p:nvPicPr>
          <p:cNvPr id="14" name="Picture 13" descr="crop_1080x1920_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6438900"/>
            <a:ext cx="8153399" cy="6972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13658850"/>
            <a:ext cx="52959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875" y="13696950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0100" y="2381250"/>
            <a:ext cx="8153399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609850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91250" y="2571750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2667000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38950" y="2647950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3314700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INFRAESTRUCTURA PROPIA · GUAMINÍ 5657 CABA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752850"/>
            <a:ext cx="8153399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Open Sans"/>
              </a:defRPr>
            </a:pPr>
            <a:r>
              <a:t>Taller electromecánico propio: tus máquinas en planta nunca se detienen.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5029200"/>
            <a:ext cx="8153399" cy="819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>
                <a:solidFill>
                  <a:srgbClr val="374151"/>
                </a:solidFill>
                <a:latin typeface="Open Sans"/>
              </a:defRPr>
            </a:pPr>
            <a:r>
              <a:t>En nuestra Base Operativa de 800 m² en CABA reparamos, mantenemos y despachamos equipos de reemplazo con flota propia sin depender de terceros.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Taller Propio desde 2010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2825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Flota Ford Transit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5550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Respuesta en el Día</a:t>
            </a:r>
          </a:p>
        </p:txBody>
      </p:sp>
      <p:pic>
        <p:nvPicPr>
          <p:cNvPr id="14" name="Picture 13" descr="crop_1080x1920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6438900"/>
            <a:ext cx="8153399" cy="6972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13658850"/>
            <a:ext cx="52959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875" y="13696950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0100" y="2381250"/>
            <a:ext cx="8153399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609850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91250" y="2571750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2667000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38950" y="2647950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3314700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CONTROL BIOMÉTRICO · COBERTURA &lt; 2 HORAS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752850"/>
            <a:ext cx="8153399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Open Sans"/>
              </a:defRPr>
            </a:pPr>
            <a:r>
              <a:t>Presentismo auditado en tiempo real y cobertura de ausencias en menos de 2 horas.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5029200"/>
            <a:ext cx="8153399" cy="819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>
                <a:solidFill>
                  <a:srgbClr val="374151"/>
                </a:solidFill>
                <a:latin typeface="Open Sans"/>
              </a:defRPr>
            </a:pPr>
            <a:r>
              <a:t>Reloj biométrico conectado a nuestra central operativa: alerta automática a los 15 minutos y envío inmediato de personal de reemplazo.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Alerta Automática 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2825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Cobertura &lt; 2 Horas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5550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Personal Registrado</a:t>
            </a:r>
          </a:p>
        </p:txBody>
      </p:sp>
      <p:pic>
        <p:nvPicPr>
          <p:cNvPr id="14" name="Picture 13" descr="crop_1080x1920_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6438900"/>
            <a:ext cx="8153399" cy="6972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13658850"/>
            <a:ext cx="52959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875" y="13696950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0100" y="2381250"/>
            <a:ext cx="8153399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609850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91250" y="2571750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2667000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38950" y="2647950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3314700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SALUD Y LABORATORIOS · PROTOCOLOS ANMAT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752850"/>
            <a:ext cx="8153399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Open Sans"/>
              </a:defRPr>
            </a:pPr>
            <a:r>
              <a:t>Higiene técnica para clínicas, sanatorios y laboratorios de alta exigencia.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5029200"/>
            <a:ext cx="8153399" cy="819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>
                <a:solidFill>
                  <a:srgbClr val="374151"/>
                </a:solidFill>
                <a:latin typeface="Open Sans"/>
              </a:defRPr>
            </a:pPr>
            <a:r>
              <a:t>Protocolos contra contaminación cruzada, insumos aprobados por ANMAT con hojas de seguridad (MSDS) y supervisión auditada bajo ISO 9001:2015.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Insumos ANMAT + MSDS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2825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Cero Contaminación Cruzada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5550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ISO 9001:2015 TÜV</a:t>
            </a:r>
          </a:p>
        </p:txBody>
      </p:sp>
      <p:pic>
        <p:nvPicPr>
          <p:cNvPr id="14" name="Picture 13" descr="crop_1080x1920_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6438900"/>
            <a:ext cx="8153399" cy="6972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13658850"/>
            <a:ext cx="52959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875" y="13696950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0100" y="2381250"/>
            <a:ext cx="8153399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609850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91250" y="2571750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2667000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38950" y="2647950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3314700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EDUCACIÓN Y DEPORTE · GRANDES PREDIOS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752850"/>
            <a:ext cx="8153399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Open Sans"/>
              </a:defRPr>
            </a:pPr>
            <a:r>
              <a:t>Mantenimiento integral de campus universitarios, colegios y clubes deportivos.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5029200"/>
            <a:ext cx="8153399" cy="819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>
                <a:solidFill>
                  <a:srgbClr val="374151"/>
                </a:solidFill>
                <a:latin typeface="Open Sans"/>
              </a:defRPr>
            </a:pPr>
            <a:r>
              <a:t>Equipos sincronizados en contraturno y entre cambios de clase para aulas, auditorios, vestuarios y pisos deportivos de alto tránsito.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Operación en Contraturno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2825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Cuidado de Parquet y Pisos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5550" y="5943600"/>
            <a:ext cx="2638425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Personal Identificado</a:t>
            </a:r>
          </a:p>
        </p:txBody>
      </p:sp>
      <p:pic>
        <p:nvPicPr>
          <p:cNvPr id="14" name="Picture 13" descr="crop_1080x1920_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6438900"/>
            <a:ext cx="8153399" cy="6972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13658850"/>
            <a:ext cx="52959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875" y="13696950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