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143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1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7250" y="857250"/>
            <a:ext cx="97155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085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0499" y="1047749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143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123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90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LOGÍSTICA E INDUSTRIA · ISO 9001:2015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228850"/>
            <a:ext cx="97155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Operación continua en centros logísticos y plantas industriales.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62325"/>
            <a:ext cx="9715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Autolavadoras hombre a bordo, barredoras industriales y supervisión técnica bajo norma ISO 9001:2015 (TÜV Rheinland) sin detener tu línea ni el despacho.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+800 m² Base Propia CABA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8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Taller Propio In-House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04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ISO 9001:2015 TÜV</a:t>
            </a:r>
          </a:p>
        </p:txBody>
      </p:sp>
      <p:pic>
        <p:nvPicPr>
          <p:cNvPr id="14" name="Picture 13" descr="crop_1200x1200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38675"/>
            <a:ext cx="9715500" cy="5057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9944100"/>
            <a:ext cx="68580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8125" y="998220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1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7250" y="857250"/>
            <a:ext cx="97155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085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0499" y="1047749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143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123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90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INFRAESTRUCTURA PROPIA · GUAMINÍ 5657 CABA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228850"/>
            <a:ext cx="97155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Taller electromecánico propio: tus máquinas en planta nunca se detienen.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62325"/>
            <a:ext cx="9715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En nuestra Base Operativa de 800 m² en CABA reparamos, mantenemos y despachamos equipos de reemplazo con flota propia sin depender de terceros.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Taller Propio desde 2010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8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Flota Ford Transit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04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Respuesta en el Día</a:t>
            </a:r>
          </a:p>
        </p:txBody>
      </p:sp>
      <p:pic>
        <p:nvPicPr>
          <p:cNvPr id="14" name="Picture 13" descr="crop_1200x1200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38675"/>
            <a:ext cx="9715500" cy="5057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9944100"/>
            <a:ext cx="68580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8125" y="998220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1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7250" y="857250"/>
            <a:ext cx="97155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085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0499" y="1047749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143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123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90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CONTROL BIOMÉTRICO · COBERTURA &lt; 2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228850"/>
            <a:ext cx="97155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Presentismo auditado en tiempo real y cobertura de ausencias en menos de 2 horas.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62325"/>
            <a:ext cx="9715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Reloj biométrico conectado a nuestra central operativa: alerta automática a los 15 minutos y envío inmediato de personal de reemplazo.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Alerta Automática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8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Cobertura &lt; 2 Horas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04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Personal Registrado</a:t>
            </a:r>
          </a:p>
        </p:txBody>
      </p:sp>
      <p:pic>
        <p:nvPicPr>
          <p:cNvPr id="14" name="Picture 13" descr="crop_1200x1200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38675"/>
            <a:ext cx="9715500" cy="5057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9944100"/>
            <a:ext cx="68580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8125" y="998220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1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7250" y="857250"/>
            <a:ext cx="97155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085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0499" y="1047749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143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123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90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SALUD Y LABORATORIOS · PROTOCOLOS ANMAT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228850"/>
            <a:ext cx="97155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Higiene técnica para clínicas, sanatorios y laboratorios de alta exigencia.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62325"/>
            <a:ext cx="9715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Protocolos contra contaminación cruzada, insumos aprobados por ANMAT con hojas de seguridad (MSDS) y supervisión auditada bajo ISO 9001:2015.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Insumos ANMAT + MSDS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8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Cero Contaminación Cruzada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04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ISO 9001:2015 TÜV</a:t>
            </a:r>
          </a:p>
        </p:txBody>
      </p:sp>
      <p:pic>
        <p:nvPicPr>
          <p:cNvPr id="14" name="Picture 13" descr="crop_1200x1200_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38675"/>
            <a:ext cx="9715500" cy="5057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9944100"/>
            <a:ext cx="68580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8125" y="998220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1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7250" y="857250"/>
            <a:ext cx="97155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085850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0499" y="1047749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143000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123950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90700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EDUCACIÓN Y DEPORTE · GRANDES PREDIOS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228850"/>
            <a:ext cx="97155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Mantenimiento integral de campus universitarios, colegios y clubes deportivos.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62325"/>
            <a:ext cx="9715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Equipos sincronizados en contraturno y entre cambios de clase para aulas, auditorios, vestuarios y pisos deportivos de alto tránsito.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Operación en Contraturno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8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Cuidado de Parquet y Pisos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0449" y="4143375"/>
            <a:ext cx="31623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Personal Identificado</a:t>
            </a:r>
          </a:p>
        </p:txBody>
      </p:sp>
      <p:pic>
        <p:nvPicPr>
          <p:cNvPr id="14" name="Picture 13" descr="crop_1200x1200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38675"/>
            <a:ext cx="9715500" cy="5057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9944100"/>
            <a:ext cx="68580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8125" y="9982200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